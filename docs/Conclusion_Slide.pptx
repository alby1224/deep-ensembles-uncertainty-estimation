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Lato"/>
      <p:regular r:id="rId7"/>
      <p:bold r:id="rId8"/>
      <p:italic r:id="rId9"/>
      <p:boldItalic r:id="rId10"/>
    </p:embeddedFont>
    <p:embeddedFont>
      <p:font typeface="Poppins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SemiBold-regular.fntdata"/><Relationship Id="rId10" Type="http://schemas.openxmlformats.org/officeDocument/2006/relationships/font" Target="fonts/Lato-boldItalic.fntdata"/><Relationship Id="rId13" Type="http://schemas.openxmlformats.org/officeDocument/2006/relationships/font" Target="fonts/PoppinsSemiBold-italic.fntdata"/><Relationship Id="rId12" Type="http://schemas.openxmlformats.org/officeDocument/2006/relationships/font" Target="fonts/Poppi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italic.fntdata"/><Relationship Id="rId14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5625" y="1938188"/>
            <a:ext cx="47148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150" y="1947713"/>
            <a:ext cx="46958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00125" y="1884461"/>
            <a:ext cx="5334000" cy="122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Structural Polarization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monolithic "Data Scientist" is fracturing into a technocratic elite commanding MLOps infrastructure, and a marginalized "data proletariat" relegated to descriptive analytics.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00125" y="3349079"/>
            <a:ext cx="5334000" cy="122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The Remote Work Myth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Digital labor is not borderless. AI employment remains firmly anchored to specific corporate hubs, actively reproducing and reinforcing pre-existing geopolitical inequalities.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00125" y="4813696"/>
            <a:ext cx="5334000" cy="1226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Skill-Biased Stratification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Digital literacy no longer guarantees mobility. Socio-economic status is now dictated by the specific tech architecture a worker commands, shaped heavily by Big Tech hegemony.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1303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7765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4227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Conclusion: The Real AI Workforce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1238250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Beyond digital literacy: how AI is restructuring labor and social mobility.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